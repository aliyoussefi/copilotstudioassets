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7686A-8F59-4880-B6C4-A4205EC0786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9B82B7-E283-4626-971B-3062EDE8F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95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28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40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3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16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33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66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41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23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38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99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799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90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76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201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958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51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88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998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901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375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994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073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714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795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B82B7-E283-4626-971B-3062EDE8F05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80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57F9-6C63-70F3-441A-9D86D4310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EB2FA-1257-2FB6-821F-F4F2830ED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60E27-61ED-887E-E0B4-31985344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E692-905F-4D6B-848C-3269289526A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7B215-D049-B694-B4CA-C5531D053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AB953-7B6D-5D0A-915A-71A7E799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6438E-1330-428A-98CF-6A45B89D3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2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6A199-5339-A478-2F20-5F3996999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1CB64-40D9-E7A5-0EC6-B5B41C000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93C55-45B4-BFB2-B44D-0068B272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E692-905F-4D6B-848C-3269289526A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D9F45-754D-35A2-3E53-7D0E2A834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CEB23-00D6-3E27-BF22-1CA26427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6438E-1330-428A-98CF-6A45B89D3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8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B8E1A-5483-64F4-3EB0-6EA799F34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C3947-FA47-8313-A699-60CC99E2D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E6CC9-4489-61B8-793D-D76B71EB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E692-905F-4D6B-848C-3269289526A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72348-FD4A-C244-83B3-70F02B30F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E9FB4-E08E-7974-BAD5-223DC630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6438E-1330-428A-98CF-6A45B89D3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02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7F17-FDDA-FBCF-E32F-5097EEA2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EB338-81A1-527D-547F-8A78ED838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3A90E-ED9D-1A5F-C2A1-0467A4DC7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01185-804E-6C86-37F9-AC06FB18C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E692-905F-4D6B-848C-3269289526A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3B077-317A-1356-549D-3B033A0F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D0967-60D1-C1C6-DD9A-6E4F37C3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6438E-1330-428A-98CF-6A45B89D3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6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9C665-D87A-6F3F-A6AC-37A49DA38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DF2C9-2629-5155-B986-FE635F57C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DD646-B70C-B6FA-A8F5-A7FCDEDD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2E8BAC-E5D5-989D-06BA-4EB924C38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41EBD-AA87-1A8C-C808-490F11DBD1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888CE3-F190-727F-6AE9-F55F2BB0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E692-905F-4D6B-848C-3269289526A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466B3D-496E-93FD-155A-850B001E9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E675C2-BF2E-4D52-D736-40DC5E3E0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6438E-1330-428A-98CF-6A45B89D3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8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AE327-D81F-45DA-CDC9-F88A9B1D9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03A26-54AD-76C6-E547-BDA4A43A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E692-905F-4D6B-848C-3269289526A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B75A3-1DE2-7E53-02BD-54D91D39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25DA7-0DB5-A9DA-D5DE-275E742B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6438E-1330-428A-98CF-6A45B89D3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91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B03EE8-2B5E-4D5A-B877-08419D9F4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E692-905F-4D6B-848C-3269289526A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1F8DD-25F3-FAB2-15D3-36B008AC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0C4D1-3906-1654-A861-1BB519E8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6438E-1330-428A-98CF-6A45B89D3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298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0998B-E009-E14C-DA6C-79B08ABC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DFF19-4D2B-2267-3FAC-1B31AEA33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7E96A-7F74-9F25-BCC3-5C2D5280C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9CC7D-B91F-CC0A-7C29-0D3A6D09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E692-905F-4D6B-848C-3269289526A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C92C5-285A-4FE5-29A3-23B51772A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BB705-EA39-169C-C9D1-AEC88C33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6438E-1330-428A-98CF-6A45B89D3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3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EE1C9-1E39-D0AA-D687-A2808BA2E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713CBE-0C15-7DD3-722B-DB1C44262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48D73-8E5B-06AE-6C4D-8651EC05E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7B8A3-B0FB-2C0D-46F3-6003AE4D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E692-905F-4D6B-848C-3269289526A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50F5B-60D0-1885-C0D1-2A3E8269D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81573-C31D-F540-A15D-47C0C43F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6438E-1330-428A-98CF-6A45B89D3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33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5058E-DD0D-9D62-46FC-C2B126E7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77DFC-CAEA-8A72-752F-0A9B065AD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366E8-E7A8-56F9-EEEE-7D90DF8D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E692-905F-4D6B-848C-3269289526A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CEB87-3D15-83D8-785D-B4239FA38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4F2E6-224F-191D-F6E5-E147095F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6438E-1330-428A-98CF-6A45B89D3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65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36377B-BA03-460C-2F1F-A9C6EB8D6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BB795-4BCF-89D9-B838-A0D4E009E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696C6-7F0A-2C16-BB77-581367F48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E692-905F-4D6B-848C-3269289526A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A98BB-1084-2C4B-2158-5CDE4435B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CBC89-1BD1-3897-0B9A-37D7F58D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6438E-1330-428A-98CF-6A45B89D3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75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4C691-7459-1A10-DA12-C7D8A4EBF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04901-B8E0-5DCE-1FAB-902C70634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EB922-69AA-1070-1351-668D61067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E692-905F-4D6B-848C-3269289526A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3680C-7D80-E610-B630-822E4FD3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12D0D-353C-7110-28B2-5427F9A3E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6438E-1330-428A-98CF-6A45B89D3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34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6A970-077D-E862-AE4A-2DF89436F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9A942-994E-B1D0-868C-74178B671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2837F-7992-A2AC-2CF7-79534F21B7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5E692-905F-4D6B-848C-3269289526A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8F0DF-C959-2338-6D1A-437FE20E9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191DC-D4BA-56F1-BA4F-76377CF76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6438E-1330-428A-98CF-6A45B89D3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01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FADC-54D7-0671-81D2-5B60AAD295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>
                <a:solidFill>
                  <a:srgbClr val="000000"/>
                </a:solidFill>
              </a:rPr>
              <a:t>Microsoft Release Wave 2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CD76E-BEE5-A1BD-2F10-11A7402F4B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Feature Overview &amp; Planning
October 2025 - March 2026</a:t>
            </a:r>
          </a:p>
        </p:txBody>
      </p:sp>
    </p:spTree>
    <p:extLst>
      <p:ext uri="{BB962C8B-B14F-4D97-AF65-F5344CB8AC3E}">
        <p14:creationId xmlns:p14="http://schemas.microsoft.com/office/powerpoint/2010/main" val="1349075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86C51-87BB-5C36-4F9F-8F137C26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Release Wave 2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497D7-B8CE-E0ED-9395-95EDC19E7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Release Period: October 2025 - March 2026</a:t>
            </a:r>
          </a:p>
          <a:p>
            <a:r>
              <a:rPr lang="en-US" sz="1800"/>
              <a:t>â€¢ General Availability: October 1, 2025</a:t>
            </a:r>
          </a:p>
          <a:p>
            <a:r>
              <a:rPr lang="en-US" sz="1800"/>
              <a:t>â€¢ Early Access: August 4, 2025</a:t>
            </a:r>
          </a:p>
          <a:p>
            <a:r>
              <a:rPr lang="en-US" sz="1800"/>
              <a:t>â€¢ 130+ New Features Across All Products</a:t>
            </a:r>
          </a:p>
          <a:p>
            <a:r>
              <a:rPr lang="en-US" sz="1800"/>
              <a:t>â€¢ Focus: AI Agents, Automation, and Intelligence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13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9E89-63EC-1693-B44F-CE16E3374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Key Dates &amp; 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79EB6-3485-5DED-B275-D607685E6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July 16, 2025 - Release plans available</a:t>
            </a:r>
          </a:p>
          <a:p>
            <a:r>
              <a:rPr lang="en-US" sz="1800"/>
              <a:t>â€¢ July 30, 2025 - Plans in 11 additional languages</a:t>
            </a:r>
          </a:p>
          <a:p>
            <a:r>
              <a:rPr lang="en-US" sz="1800"/>
              <a:t>â€¢ August 4, 2025 - Early access begins</a:t>
            </a:r>
          </a:p>
          <a:p>
            <a:r>
              <a:rPr lang="en-US" sz="1800"/>
              <a:t>â€¢ October 1, 2025 - General availability starts</a:t>
            </a:r>
          </a:p>
          <a:p>
            <a:r>
              <a:rPr lang="en-US" sz="1800"/>
              <a:t>â€¢ March 2026 - Release wave concludes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33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699D-E31C-97CF-AA28-77D7E309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Microsoft Copilot Studio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1862D-B00B-9D5C-D3EA-18E6AF40B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Autonomous agents in Microsoft 365 Copilot</a:t>
            </a:r>
          </a:p>
          <a:p>
            <a:r>
              <a:rPr lang="en-US" sz="1800"/>
              <a:t>â€¢ Build teams of agents working together</a:t>
            </a:r>
          </a:p>
          <a:p>
            <a:r>
              <a:rPr lang="en-US" sz="1800"/>
              <a:t>â€¢ Improved governance for enterprise scale</a:t>
            </a:r>
          </a:p>
          <a:p>
            <a:r>
              <a:rPr lang="en-US" sz="1800"/>
              <a:t>â€¢ Azure AI Foundry integration</a:t>
            </a:r>
          </a:p>
          <a:p>
            <a:r>
              <a:rPr lang="en-US" sz="1800"/>
              <a:t>â€¢ Generative actions for dynamic workflows</a:t>
            </a:r>
          </a:p>
          <a:p>
            <a:r>
              <a:rPr lang="en-US" sz="1800"/>
              <a:t>â€¢ Copilot Tuning with custom data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13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51F3D-2D64-A5FD-9AF1-E96EF9FF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Microsoft Dataverse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FC252-5958-F441-681C-82F4EE3AD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Dataverse for Agents platform</a:t>
            </a:r>
          </a:p>
          <a:p>
            <a:r>
              <a:rPr lang="en-US" sz="1800"/>
              <a:t>â€¢ Enhanced Dataverse Search (AI-ready)</a:t>
            </a:r>
          </a:p>
          <a:p>
            <a:r>
              <a:rPr lang="en-US" sz="1800"/>
              <a:t>â€¢ Model Context Protocol (MCP) Server</a:t>
            </a:r>
          </a:p>
          <a:p>
            <a:r>
              <a:rPr lang="en-US" sz="1800"/>
              <a:t>â€¢ AI-powered prompt columns</a:t>
            </a:r>
          </a:p>
          <a:p>
            <a:r>
              <a:rPr lang="en-US" sz="1800"/>
              <a:t>â€¢ AI business logic functions</a:t>
            </a:r>
          </a:p>
          <a:p>
            <a:r>
              <a:rPr lang="en-US" sz="1800"/>
              <a:t>â€¢ Unified FO management in PPAC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82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3032-6217-8BE5-D6CD-0D5C2AC10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Power Automate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7A428-D3D8-1D48-5146-B92CD30B3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/>
              <a:t>â€¢ Generative Actions - AI-native automation</a:t>
            </a:r>
          </a:p>
          <a:p>
            <a:r>
              <a:rPr lang="en-US" sz="1800"/>
              <a:t>â€¢ Intelligent Document Processing</a:t>
            </a:r>
          </a:p>
          <a:p>
            <a:r>
              <a:rPr lang="en-US" sz="1800"/>
              <a:t>â€¢ Advanced approvals (human in loop)</a:t>
            </a:r>
          </a:p>
          <a:p>
            <a:r>
              <a:rPr lang="fr-FR" sz="1800"/>
              <a:t>â€¢ Automation Center governance suite</a:t>
            </a:r>
          </a:p>
          <a:p>
            <a:r>
              <a:rPr lang="en-US" sz="1800"/>
              <a:t>â€¢ Process Map for end-to-end management</a:t>
            </a:r>
          </a:p>
          <a:p>
            <a:r>
              <a:rPr lang="en-US" sz="1800"/>
              <a:t>â€¢ ROI analytics for measuring impact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3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EE48E-F7E1-9512-D8F0-831A834A5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Power Apps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9EA28-AF29-C09F-E136-99084FC48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Agent feed to supervise work</a:t>
            </a:r>
          </a:p>
          <a:p>
            <a:r>
              <a:rPr lang="en-US" sz="1800"/>
              <a:t>â€¢ Built-in agents for common tasks</a:t>
            </a:r>
          </a:p>
          <a:p>
            <a:r>
              <a:rPr lang="en-US" sz="1800"/>
              <a:t>â€¢ Plan Designer with agent teams</a:t>
            </a:r>
          </a:p>
          <a:p>
            <a:r>
              <a:rPr lang="en-US" sz="1800"/>
              <a:t>â€¢ App Agent for vibe-coding</a:t>
            </a:r>
          </a:p>
          <a:p>
            <a:r>
              <a:rPr lang="en-US" sz="1800"/>
              <a:t>â€¢ Natural language app creation</a:t>
            </a:r>
          </a:p>
          <a:p>
            <a:r>
              <a:rPr lang="en-US" sz="1800"/>
              <a:t>â€¢ Human and agent collaboration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79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7416-33B8-72E4-2D52-CF5ED85C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Power Pages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8BAD8-22BC-3DED-2DAD-F67BBA977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Enhanced security agent features</a:t>
            </a:r>
          </a:p>
          <a:p>
            <a:r>
              <a:rPr lang="en-US" sz="1800"/>
              <a:t>â€¢ Expedited site building</a:t>
            </a:r>
          </a:p>
          <a:p>
            <a:r>
              <a:rPr lang="en-US" sz="1800"/>
              <a:t>â€¢ Pro developer intelligent site tools</a:t>
            </a:r>
          </a:p>
          <a:p>
            <a:r>
              <a:rPr lang="en-US" sz="1800"/>
              <a:t>â€¢ Actionable security insights</a:t>
            </a:r>
          </a:p>
          <a:p>
            <a:r>
              <a:rPr lang="en-US" sz="1800"/>
              <a:t>â€¢ Low-code maker empowerment</a:t>
            </a:r>
          </a:p>
          <a:p>
            <a:r>
              <a:rPr lang="en-US" sz="1800"/>
              <a:t>â€¢ Secure data-driven portals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85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D0EA1-B99E-1A00-8A95-109843B41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Dynamics 365 Sales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0C464-5661-32C8-CAAF-CA8D8B1B0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24x7 autonomous AI agents</a:t>
            </a:r>
          </a:p>
          <a:p>
            <a:r>
              <a:rPr lang="en-US" sz="1800"/>
              <a:t>â€¢ Automated lead research and engagement</a:t>
            </a:r>
          </a:p>
          <a:p>
            <a:r>
              <a:rPr lang="en-US" sz="1800"/>
              <a:t>â€¢ Actionable insights from Copilot</a:t>
            </a:r>
          </a:p>
          <a:p>
            <a:r>
              <a:rPr lang="en-US" sz="1800"/>
              <a:t>â€¢ Emergent deal risk detection</a:t>
            </a:r>
          </a:p>
          <a:p>
            <a:r>
              <a:rPr lang="en-US" sz="1800"/>
              <a:t>â€¢ Reimagined seller interface</a:t>
            </a:r>
          </a:p>
          <a:p>
            <a:r>
              <a:rPr lang="en-US" sz="1800"/>
              <a:t>â€¢ Focus on insights over data entry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75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E83FE-CAFE-AD7E-DAFA-5A15566BD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Dynamics 365 Customer Service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98CD0-C90F-F87D-E8F6-C9FA14FE4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Enhanced agentic capabilities</a:t>
            </a:r>
          </a:p>
          <a:p>
            <a:r>
              <a:rPr lang="en-US" sz="1800"/>
              <a:t>â€¢ Copilot for Case Management</a:t>
            </a:r>
          </a:p>
          <a:p>
            <a:r>
              <a:rPr lang="en-US" sz="1800"/>
              <a:t>â€¢ Knowledge management improvements</a:t>
            </a:r>
          </a:p>
          <a:p>
            <a:r>
              <a:rPr lang="en-US" sz="1800"/>
              <a:t>â€¢ AI-driven routing</a:t>
            </a:r>
          </a:p>
          <a:p>
            <a:r>
              <a:rPr lang="en-US" sz="1800"/>
              <a:t>â€¢ Automated service journeys</a:t>
            </a:r>
          </a:p>
          <a:p>
            <a:r>
              <a:rPr lang="en-US" sz="1800"/>
              <a:t>â€¢ Digital and voice channel support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17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42EF1-CA2E-F1F3-E599-8944DE667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Dynamics 365 Field Service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83DC9-DD43-3462-C5C3-28EAC8B5D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AI-powered field agents</a:t>
            </a:r>
          </a:p>
          <a:p>
            <a:r>
              <a:rPr lang="en-US" sz="1800"/>
              <a:t>â€¢ Enhanced scheduling tools</a:t>
            </a:r>
          </a:p>
          <a:p>
            <a:r>
              <a:rPr lang="en-US" sz="1800"/>
              <a:t>â€¢ Mobile usability improvements</a:t>
            </a:r>
          </a:p>
          <a:p>
            <a:r>
              <a:rPr lang="en-US" sz="1800"/>
              <a:t>â€¢ Microsoft 365 integration</a:t>
            </a:r>
          </a:p>
          <a:p>
            <a:r>
              <a:rPr lang="en-US" sz="1800"/>
              <a:t>â€¢ Enhanced inspections</a:t>
            </a:r>
          </a:p>
          <a:p>
            <a:r>
              <a:rPr lang="en-US" sz="1800"/>
              <a:t>â€¢ Project Operations connectivity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938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1883-6114-7E59-D068-68D041BF8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Dynamics 365 Finance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CD9F1-2F7F-FCDF-A432-28CBBC22E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Global-scale finance operations</a:t>
            </a:r>
          </a:p>
          <a:p>
            <a:r>
              <a:rPr lang="en-US" sz="1800"/>
              <a:t>â€¢ Faster financial close with agents</a:t>
            </a:r>
          </a:p>
          <a:p>
            <a:r>
              <a:rPr lang="en-US" sz="1800"/>
              <a:t>â€¢ Enhanced performance analytics</a:t>
            </a:r>
          </a:p>
          <a:p>
            <a:r>
              <a:rPr lang="en-US" sz="1800"/>
              <a:t>â€¢ Planning solutions improvements</a:t>
            </a:r>
          </a:p>
          <a:p>
            <a:r>
              <a:rPr lang="en-US" sz="1800"/>
              <a:t>â€¢ Automation across operations</a:t>
            </a:r>
          </a:p>
          <a:p>
            <a:r>
              <a:rPr lang="en-US" sz="1800"/>
              <a:t>â€¢ Data-driven decision making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35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AD6A-CBDE-32DB-094C-8683E2710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Dynamics 365 Supply Chain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DA6D1-1E65-1F95-929F-1D1C90968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Event and promotion forecasting</a:t>
            </a:r>
          </a:p>
          <a:p>
            <a:r>
              <a:rPr lang="en-US" sz="1800"/>
              <a:t>â€¢ Enhanced demand planning</a:t>
            </a:r>
          </a:p>
          <a:p>
            <a:r>
              <a:rPr lang="en-US" sz="1800"/>
              <a:t>â€¢ Quality management for samples</a:t>
            </a:r>
          </a:p>
          <a:p>
            <a:r>
              <a:rPr lang="en-US" sz="1800"/>
              <a:t>â€¢ Supplier communication agent</a:t>
            </a:r>
          </a:p>
          <a:p>
            <a:r>
              <a:rPr lang="en-US" sz="1800"/>
              <a:t>â€¢ Automated vendor interactions</a:t>
            </a:r>
          </a:p>
          <a:p>
            <a:r>
              <a:rPr lang="en-US" sz="1800"/>
              <a:t>â€¢ Warehouse app upgrades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73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7F2FF-7EE3-C6A2-4071-5E7F8DEEB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Dynamics 365 Project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1B19B-F6C2-5067-0B50-02A0FC3F8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Mobile and browser improvements</a:t>
            </a:r>
          </a:p>
          <a:p>
            <a:r>
              <a:rPr lang="en-US" sz="1800"/>
              <a:t>â€¢ Time and expense enhancements</a:t>
            </a:r>
          </a:p>
          <a:p>
            <a:r>
              <a:rPr lang="en-US" sz="1800"/>
              <a:t>â€¢ Enterprise custom fields</a:t>
            </a:r>
          </a:p>
          <a:p>
            <a:r>
              <a:rPr lang="en-US" sz="1800"/>
              <a:t>â€¢ Streamlined billing workflows</a:t>
            </a:r>
          </a:p>
          <a:p>
            <a:r>
              <a:rPr lang="en-US" sz="1800"/>
              <a:t>â€¢ Stocked items support</a:t>
            </a:r>
          </a:p>
          <a:p>
            <a:r>
              <a:rPr lang="en-US" sz="1800"/>
              <a:t>â€¢ Modern architecture migrations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75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EF544-C73F-574A-2052-339895EB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Dynamics 365 Human 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04F4E-DC6C-8192-20FC-5C643A63E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Microsoft Entra ID integration</a:t>
            </a:r>
          </a:p>
          <a:p>
            <a:r>
              <a:rPr lang="en-US" sz="1800"/>
              <a:t>â€¢ Viva Connections integration</a:t>
            </a:r>
          </a:p>
          <a:p>
            <a:r>
              <a:rPr lang="en-US" sz="1800"/>
              <a:t>â€¢ Agentic onboarding capabilities</a:t>
            </a:r>
          </a:p>
          <a:p>
            <a:r>
              <a:rPr lang="en-US" sz="1800"/>
              <a:t>â€¢ Guided onboarding experiences</a:t>
            </a:r>
          </a:p>
          <a:p>
            <a:r>
              <a:rPr lang="en-US" sz="1800"/>
              <a:t>â€¢ Recruiter assist agents</a:t>
            </a:r>
          </a:p>
          <a:p>
            <a:r>
              <a:rPr lang="en-US" sz="1800"/>
              <a:t>â€¢ Job description generation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58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B6EA3-53D6-140E-72C4-FE8A319F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Dynamics 365 Commerce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5B3D9-CC54-0915-EE5F-9B3062510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Mobile-first point-of-sale</a:t>
            </a:r>
          </a:p>
          <a:p>
            <a:r>
              <a:rPr lang="en-US" sz="1800"/>
              <a:t>â€¢ Business continuity features</a:t>
            </a:r>
          </a:p>
          <a:p>
            <a:r>
              <a:rPr lang="en-US" sz="1800"/>
              <a:t>â€¢ Adyen payment improvements</a:t>
            </a:r>
          </a:p>
          <a:p>
            <a:r>
              <a:rPr lang="en-US" sz="1800"/>
              <a:t>â€¢ Pay by Link across channels</a:t>
            </a:r>
          </a:p>
          <a:p>
            <a:r>
              <a:rPr lang="en-US" sz="1800"/>
              <a:t>â€¢ Omnichannel unified pricing</a:t>
            </a:r>
          </a:p>
          <a:p>
            <a:r>
              <a:rPr lang="en-US" sz="1800"/>
              <a:t>â€¢ Advanced pricing structures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68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73DFE-D4E9-7AB2-CF18-B255BB7F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Dynamics 365 Business Central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631CC-D0CB-4224-7B76-A49FF7590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Intelligent AI agents</a:t>
            </a:r>
          </a:p>
          <a:p>
            <a:r>
              <a:rPr lang="en-US" sz="1800"/>
              <a:t>â€¢ Complex task automation</a:t>
            </a:r>
          </a:p>
          <a:p>
            <a:r>
              <a:rPr lang="en-US" sz="1800"/>
              <a:t>â€¢ Automated report generation</a:t>
            </a:r>
          </a:p>
          <a:p>
            <a:r>
              <a:rPr lang="en-US" sz="1800"/>
              <a:t>â€¢ Natural language order processing</a:t>
            </a:r>
          </a:p>
          <a:p>
            <a:r>
              <a:rPr lang="en-US" sz="1800"/>
              <a:t>â€¢ Quality management</a:t>
            </a:r>
          </a:p>
          <a:p>
            <a:r>
              <a:rPr lang="en-US" sz="1800"/>
              <a:t>â€¢ Sustainability and e-document features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64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547D8-4C5C-5FB7-6F6F-215C8BCA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Dynamics 365 Customer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C9ACA-C86C-2898-ABEC-3E7288710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Real-time unified customer profiles</a:t>
            </a:r>
          </a:p>
          <a:p>
            <a:r>
              <a:rPr lang="en-US" sz="1800"/>
              <a:t>â€¢ Copilot and agent integration</a:t>
            </a:r>
          </a:p>
          <a:p>
            <a:r>
              <a:rPr lang="en-US" sz="1800"/>
              <a:t>â€¢ Enriched data capabilities</a:t>
            </a:r>
          </a:p>
          <a:p>
            <a:r>
              <a:rPr lang="en-US" sz="1800"/>
              <a:t>â€¢ AI-driven customer experiences</a:t>
            </a:r>
          </a:p>
          <a:p>
            <a:r>
              <a:rPr lang="en-US" sz="1800"/>
              <a:t>â€¢ Enhanced orchestration tools</a:t>
            </a:r>
          </a:p>
          <a:p>
            <a:r>
              <a:rPr lang="en-US" sz="1800"/>
              <a:t>â€¢ Streamlined lead generation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5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77AB-A29C-26EA-C3AF-FE17912B6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Feature Enablement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11668-E35C-1D97-E5BF-D78D3B74E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Users, automatically - Enabled for all users</a:t>
            </a:r>
          </a:p>
          <a:p>
            <a:r>
              <a:rPr lang="en-US" sz="1800"/>
              <a:t>â€¢ Admins, makers, or analysts, automatically - Auto-enabled for creators</a:t>
            </a:r>
          </a:p>
          <a:p>
            <a:r>
              <a:rPr lang="en-US" sz="1800"/>
              <a:t>â€¢ Users by admins, makers, or analysts - Requires configuration</a:t>
            </a:r>
          </a:p>
          <a:p>
            <a:r>
              <a:rPr lang="en-US" sz="1800"/>
              <a:t>â€¢ Check release plan for each feature's enablement type</a:t>
            </a:r>
          </a:p>
          <a:p>
            <a:r>
              <a:rPr lang="en-US" sz="1800"/>
              <a:t>â€¢ Plan change management accordingly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66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5205-0349-C1F3-C4EC-76E0DF67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Key Investment Themes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1EA81-A0A3-B922-82D2-ACDC6AC4B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AI Agents &amp; Autonomous Operations</a:t>
            </a:r>
          </a:p>
          <a:p>
            <a:r>
              <a:rPr lang="en-US" sz="1800"/>
              <a:t>â€¢ Seamless Integration Across Microsoft 365</a:t>
            </a:r>
          </a:p>
          <a:p>
            <a:r>
              <a:rPr lang="en-US" sz="1800"/>
              <a:t>â€¢ Data-Driven Insights &amp; Analytics</a:t>
            </a:r>
          </a:p>
          <a:p>
            <a:r>
              <a:rPr lang="en-US" sz="1800"/>
              <a:t>â€¢ Enterprise Security &amp; Governance</a:t>
            </a:r>
          </a:p>
          <a:p>
            <a:r>
              <a:rPr lang="en-US" sz="1800"/>
              <a:t>â€¢ Low-Code Development &amp; Automation</a:t>
            </a:r>
          </a:p>
          <a:p>
            <a:r>
              <a:rPr lang="en-US" sz="1800"/>
              <a:t>â€¢ Omnichannel Customer Experiences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53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A6408-1B8B-6F28-0AB1-D34413450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Governance &amp; Administration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9A683-252F-079B-63E7-E230CCD19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Unified governance hub for agents</a:t>
            </a:r>
          </a:p>
          <a:p>
            <a:r>
              <a:rPr lang="en-US" sz="1800"/>
              <a:t>â€¢ Agent-driven app management</a:t>
            </a:r>
          </a:p>
          <a:p>
            <a:r>
              <a:rPr lang="en-US" sz="1800"/>
              <a:t>â€¢ Automated workflow governance</a:t>
            </a:r>
          </a:p>
          <a:p>
            <a:r>
              <a:rPr lang="en-US" sz="1800"/>
              <a:t>â€¢ Secure platform for development</a:t>
            </a:r>
          </a:p>
          <a:p>
            <a:r>
              <a:rPr lang="en-US" sz="1800"/>
              <a:t>â€¢ Comprehensive observability</a:t>
            </a:r>
          </a:p>
          <a:p>
            <a:r>
              <a:rPr lang="en-US" sz="1800"/>
              <a:t>â€¢ Enterprise-ready controls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80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0B8A-B055-E71B-3F10-0E975217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Getting Started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277D6-D68A-1CB3-23E1-46FE5E7A3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Review release plans online or download PDFs</a:t>
            </a:r>
          </a:p>
          <a:p>
            <a:r>
              <a:rPr lang="en-US" sz="1800"/>
              <a:t>â€¢ Participate in early access (August 4)</a:t>
            </a:r>
          </a:p>
          <a:p>
            <a:r>
              <a:rPr lang="en-US" sz="1800"/>
              <a:t>â€¢ Test features before GA deployment</a:t>
            </a:r>
          </a:p>
          <a:p>
            <a:r>
              <a:rPr lang="en-US" sz="1800"/>
              <a:t>â€¢ Join community forums for feedback</a:t>
            </a:r>
          </a:p>
          <a:p>
            <a:r>
              <a:rPr lang="en-US" sz="1800"/>
              <a:t>â€¢ Attend Microsoft Ignite (Nov 17-21)</a:t>
            </a:r>
          </a:p>
          <a:p>
            <a:r>
              <a:rPr lang="en-US" sz="1800"/>
              <a:t>â€¢ Plan change management strategy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51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6C9DE-EBB1-AEA1-F116-13DF1766D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Resources &amp; Documentation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B2C11-9600-2AD7-F08B-7203A33A8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Dynamics 365 Release Plan PDF</a:t>
            </a:r>
          </a:p>
          <a:p>
            <a:r>
              <a:rPr lang="en-US" sz="1800"/>
              <a:t>â€¢ Power Platform Release Plan PDF</a:t>
            </a:r>
          </a:p>
          <a:p>
            <a:r>
              <a:rPr lang="en-US" sz="1800"/>
              <a:t>â€¢ Copilot Release Plan PDF</a:t>
            </a:r>
          </a:p>
          <a:p>
            <a:r>
              <a:rPr lang="en-US" sz="1800"/>
              <a:t>â€¢ Online Release Planner Tool</a:t>
            </a:r>
          </a:p>
          <a:p>
            <a:r>
              <a:rPr lang="en-US" sz="1800"/>
              <a:t>â€¢ Community Forums</a:t>
            </a:r>
          </a:p>
          <a:p>
            <a:r>
              <a:rPr lang="en-US" sz="1800"/>
              <a:t>â€¢ Early Access Features List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27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911D4-7ED6-9DE9-152E-8500133B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rgbClr val="000000"/>
                </a:solidFill>
              </a:rPr>
              <a:t>Next Steps &amp; Action Items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6F3F0-0496-A2AA-C0A0-329CA8BD2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â€¢ Review features relevant to your organization</a:t>
            </a:r>
          </a:p>
          <a:p>
            <a:r>
              <a:rPr lang="en-US" sz="1800"/>
              <a:t>â€¢ Mark interest level for prioritization</a:t>
            </a:r>
          </a:p>
          <a:p>
            <a:r>
              <a:rPr lang="en-US" sz="1800"/>
              <a:t>â€¢ Create implementation roadmap</a:t>
            </a:r>
          </a:p>
          <a:p>
            <a:r>
              <a:rPr lang="en-US" sz="1800"/>
              <a:t>â€¢ Identify stakeholders and teams</a:t>
            </a:r>
          </a:p>
          <a:p>
            <a:r>
              <a:rPr lang="en-US" sz="1800"/>
              <a:t>â€¢ Schedule training sessions</a:t>
            </a:r>
          </a:p>
          <a:p>
            <a:r>
              <a:rPr lang="en-US" sz="1800"/>
              <a:t>â€¢ Monitor release progress monthly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63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F302-65A9-885C-EC9F-E6FCD2998C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>
                <a:solidFill>
                  <a:srgbClr val="000000"/>
                </a:solidFill>
              </a:rPr>
              <a:t>Questions &amp; Discussion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2ACF0-829A-BA76-4419-3861E7DC6B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Release Wave 2 2025
October 2025 - March 2026</a:t>
            </a:r>
          </a:p>
        </p:txBody>
      </p:sp>
    </p:spTree>
    <p:extLst>
      <p:ext uri="{BB962C8B-B14F-4D97-AF65-F5344CB8AC3E}">
        <p14:creationId xmlns:p14="http://schemas.microsoft.com/office/powerpoint/2010/main" val="764203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1121</Words>
  <Application>Microsoft Office PowerPoint</Application>
  <PresentationFormat>Custom</PresentationFormat>
  <Paragraphs>187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Microsoft Release Wave 2 2025</vt:lpstr>
      <vt:lpstr>Release Wave 2 Overview</vt:lpstr>
      <vt:lpstr>Key Dates &amp; Timeline</vt:lpstr>
      <vt:lpstr>Microsoft Copilot Studio</vt:lpstr>
      <vt:lpstr>Microsoft Dataverse</vt:lpstr>
      <vt:lpstr>Power Automate</vt:lpstr>
      <vt:lpstr>Power Apps</vt:lpstr>
      <vt:lpstr>Power Pages</vt:lpstr>
      <vt:lpstr>Dynamics 365 Sales</vt:lpstr>
      <vt:lpstr>Dynamics 365 Customer Service</vt:lpstr>
      <vt:lpstr>Dynamics 365 Field Service</vt:lpstr>
      <vt:lpstr>Dynamics 365 Finance</vt:lpstr>
      <vt:lpstr>Dynamics 365 Supply Chain Management</vt:lpstr>
      <vt:lpstr>Dynamics 365 Project Operations</vt:lpstr>
      <vt:lpstr>Dynamics 365 Human Resources</vt:lpstr>
      <vt:lpstr>Dynamics 365 Commerce</vt:lpstr>
      <vt:lpstr>Dynamics 365 Business Central</vt:lpstr>
      <vt:lpstr>Dynamics 365 Customer Insights</vt:lpstr>
      <vt:lpstr>Feature Enablement Types</vt:lpstr>
      <vt:lpstr>Key Investment Themes</vt:lpstr>
      <vt:lpstr>Governance &amp; Administration</vt:lpstr>
      <vt:lpstr>Getting Started</vt:lpstr>
      <vt:lpstr>Resources &amp; Documentation</vt:lpstr>
      <vt:lpstr>Next Steps &amp; Action Items</vt:lpstr>
      <vt:lpstr>Questions &amp;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Youssefi</dc:creator>
  <cp:lastModifiedBy>Ali Youssefi</cp:lastModifiedBy>
  <cp:revision>1</cp:revision>
  <dcterms:created xsi:type="dcterms:W3CDTF">2025-10-24T15:59:35Z</dcterms:created>
  <dcterms:modified xsi:type="dcterms:W3CDTF">2025-10-24T15:59:36Z</dcterms:modified>
</cp:coreProperties>
</file>